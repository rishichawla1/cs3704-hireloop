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7da555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7da555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97da5554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97da5554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a89e8c95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a89e8c95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adeefa7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adeefa7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7da5554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97da5554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deefa7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deefa7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7da5554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7da555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9e3ef35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9e3ef35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9e3ef355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9e3ef355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Hire Loop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Kevin Dong, Rishi Chawla, Avi Maheshwari, Eshaan Salvi, Katelyn Doucette, Charan Sama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323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Hire Loop?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Job searching and matching service, designed to connect prospective employees and employers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Candidates can: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Search for jobs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Track positions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Apply to postings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Employers can: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Create postings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View applications</a:t>
            </a:r>
            <a:endParaRPr sz="15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371" y="1101585"/>
            <a:ext cx="4260300" cy="294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57275" y="1152475"/>
            <a:ext cx="4758600" cy="37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Comprehensive</a:t>
            </a:r>
            <a:r>
              <a:rPr lang="en"/>
              <a:t> job search and </a:t>
            </a:r>
            <a:r>
              <a:rPr lang="en"/>
              <a:t>easy</a:t>
            </a:r>
            <a:r>
              <a:rPr lang="en"/>
              <a:t> application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Candidates can search and filter jobs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for employers to contact candidates of interest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Employers can review and message candidates of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Matching algorithm to find the best </a:t>
            </a:r>
            <a:r>
              <a:rPr lang="en"/>
              <a:t>fit job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scores jobs against applicants skills, education, and experience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250" y="1630775"/>
            <a:ext cx="4028376" cy="23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90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feedback on resumes for applicants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Uploaded resumes receive </a:t>
            </a:r>
            <a:r>
              <a:rPr lang="en"/>
              <a:t>feedback</a:t>
            </a:r>
            <a:r>
              <a:rPr lang="en"/>
              <a:t> from 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tracking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Candidates can track applications, as well as employers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Profile + Resume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Candidates can manage profile details and reuse saved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Saved Jobs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Candidates can save jobs to apply for later</a:t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025" y="1786900"/>
            <a:ext cx="3794926" cy="20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Challenges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202400" cy="3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matching algorithm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Determining what makes a “good” match between candidate and job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Balancing skill vs job requirements, experience levels, and user preferences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Avoiding overly simplistic matching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 between databases and frontend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Ensuring real time communication between UI and database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Handling asynchronous data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400" y="445025"/>
            <a:ext cx="4431200" cy="4523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Challenges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318200" cy="3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structure and scalability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Designing schemas for users, job postings, and applications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specialized algorithms (levenshtein distance)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experience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Making job search intuitive and fast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Making sure users can use the site freely with no problems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575" y="283197"/>
            <a:ext cx="3811749" cy="1754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575" y="2145200"/>
            <a:ext cx="3811750" cy="28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Organization Challenges and Strategies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416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Divided the project into </a:t>
            </a:r>
            <a:r>
              <a:rPr lang="en"/>
              <a:t>sub teams</a:t>
            </a:r>
            <a:r>
              <a:rPr lang="en"/>
              <a:t> that focus on specific tasks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Front-end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Back-end/API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Utilized various team organization technologies and strategies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(via GitHub)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Google Workspace Technologies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AGILE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825" y="1152475"/>
            <a:ext cx="3514725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/>
          <p:nvPr/>
        </p:nvSpPr>
        <p:spPr>
          <a:xfrm>
            <a:off x="298175" y="4248975"/>
            <a:ext cx="2170200" cy="69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Front-end</a:t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3486900" y="4248975"/>
            <a:ext cx="2170200" cy="69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Back-end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6675625" y="4240675"/>
            <a:ext cx="2170200" cy="69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2493075" y="4464325"/>
            <a:ext cx="993900" cy="248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5681725" y="4464325"/>
            <a:ext cx="993900" cy="248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Solutions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37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Outside understanding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Started with a rule based scoring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Normalized scores to rank candidates/jobs effectively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an API for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a REST style API for job retrieval, application submissions, and user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 design optimization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IDs and relationships to reduce redundancy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Ensured efficient queries for search and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 data handling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Implemented fetch/async calls for dynamic UI updates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Prevented UI freezing and improved responsiveness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Importance of system design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Early design decisions greatly impact scalability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Clean architecture makes debugging easier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Iterative development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Initial implementations were too simple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Improved gradually through testing and feedback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 world complexity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Matching users to jobs is more complex than expected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Edge cases matter a lot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Backend and </a:t>
            </a:r>
            <a:r>
              <a:rPr lang="en"/>
              <a:t>frontend separation matters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Keeping logic separate improved maintainability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Easier to update backend without breaking frontend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Team collaboration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Dividing responsibilities improved efficiency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Communication was critical for integration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